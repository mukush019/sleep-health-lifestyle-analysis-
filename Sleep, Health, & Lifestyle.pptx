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8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73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87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82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207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06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552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94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798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0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847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506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561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6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888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41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EE9CC2D-A9CD-4AF5-92F2-6DF8C3318D15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6578A60-D6CD-41EA-BCAC-EFE671F61A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966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A9BE6-8592-791E-C7AE-618C5AB1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5169"/>
            <a:ext cx="10515600" cy="5007661"/>
          </a:xfrm>
        </p:spPr>
        <p:txBody>
          <a:bodyPr wrap="square">
            <a:normAutofit/>
          </a:bodyPr>
          <a:lstStyle/>
          <a:p>
            <a:r>
              <a:rPr lang="en-US" sz="7200" dirty="0">
                <a:latin typeface="Arial Black" panose="020B0A04020102020204" pitchFamily="34" charset="0"/>
              </a:rPr>
              <a:t>Sleep, Health, &amp; Lifestyle </a:t>
            </a:r>
            <a:br>
              <a:rPr lang="en-US" sz="7200" dirty="0">
                <a:latin typeface="Arial Black" panose="020B0A04020102020204" pitchFamily="34" charset="0"/>
              </a:rPr>
            </a:br>
            <a:r>
              <a:rPr lang="en-US" sz="7200" dirty="0">
                <a:latin typeface="Arial Black" panose="020B0A04020102020204" pitchFamily="34" charset="0"/>
              </a:rPr>
              <a:t>Power BI Visualization</a:t>
            </a:r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65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2DE7-B80D-7B2E-841D-C06665C44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251" y="0"/>
            <a:ext cx="9545491" cy="1371600"/>
          </a:xfrm>
        </p:spPr>
        <p:txBody>
          <a:bodyPr anchor="ctr">
            <a:norm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Project objective</a:t>
            </a:r>
            <a:endParaRPr lang="en-GB" sz="60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271D8-1457-0E45-234F-5CC69620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3253" y="1692728"/>
            <a:ext cx="9545491" cy="511629"/>
          </a:xfrm>
        </p:spPr>
        <p:txBody>
          <a:bodyPr anchor="t" anchorCtr="0"/>
          <a:lstStyle/>
          <a:p>
            <a:r>
              <a:rPr lang="en-US" dirty="0">
                <a:latin typeface="Arial Black" panose="020B0A04020102020204" pitchFamily="34" charset="0"/>
              </a:rPr>
              <a:t>Primary objective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E2332BE-E057-9A38-0E0D-837EA5552ABA}"/>
              </a:ext>
            </a:extLst>
          </p:cNvPr>
          <p:cNvSpPr txBox="1">
            <a:spLocks/>
          </p:cNvSpPr>
          <p:nvPr/>
        </p:nvSpPr>
        <p:spPr>
          <a:xfrm>
            <a:off x="1323251" y="3429000"/>
            <a:ext cx="9545491" cy="51162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anose="020B0A04020102020204" pitchFamily="34" charset="0"/>
              </a:rPr>
              <a:t>Secondary objective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E0CD811-CB4B-C693-50BD-81E675AA41C4}"/>
              </a:ext>
            </a:extLst>
          </p:cNvPr>
          <p:cNvSpPr txBox="1">
            <a:spLocks/>
          </p:cNvSpPr>
          <p:nvPr/>
        </p:nvSpPr>
        <p:spPr>
          <a:xfrm>
            <a:off x="1323252" y="5165272"/>
            <a:ext cx="9545491" cy="51162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anose="020B0A04020102020204" pitchFamily="34" charset="0"/>
              </a:rPr>
              <a:t>Tertiary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1F65A-B9D3-395A-B8C8-B983F89799C9}"/>
              </a:ext>
            </a:extLst>
          </p:cNvPr>
          <p:cNvSpPr txBox="1"/>
          <p:nvPr/>
        </p:nvSpPr>
        <p:spPr>
          <a:xfrm>
            <a:off x="1323250" y="5935280"/>
            <a:ext cx="9545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examine the relationship between sleep disorder and cardiovascular indicators such as heart rate, blood pressure and metabolic indicators such as BMI category.</a:t>
            </a:r>
            <a:endParaRPr lang="en-GB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FB4CA6-B7B8-5B8A-684A-237AF03CAC0B}"/>
              </a:ext>
            </a:extLst>
          </p:cNvPr>
          <p:cNvSpPr txBox="1"/>
          <p:nvPr/>
        </p:nvSpPr>
        <p:spPr>
          <a:xfrm>
            <a:off x="1323251" y="4199007"/>
            <a:ext cx="9545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investigate how sleep duration and sleep quality are associated with the prevalence of sleep disorder.</a:t>
            </a:r>
            <a:endParaRPr lang="en-GB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4DE9C-645E-81A6-ECF0-847C4325F86C}"/>
              </a:ext>
            </a:extLst>
          </p:cNvPr>
          <p:cNvSpPr txBox="1"/>
          <p:nvPr/>
        </p:nvSpPr>
        <p:spPr>
          <a:xfrm>
            <a:off x="1323251" y="2208643"/>
            <a:ext cx="9545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analyze how physical activity level, occupation, stress level, and daily steps associated with sleep quality and sleep duration.</a:t>
            </a:r>
            <a:endParaRPr lang="en-GB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5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F212-6BAF-759E-199D-2EDE05FF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8312"/>
            <a:ext cx="9905998" cy="1281941"/>
          </a:xfrm>
        </p:spPr>
        <p:txBody>
          <a:bodyPr>
            <a:normAutofit/>
          </a:bodyPr>
          <a:lstStyle/>
          <a:p>
            <a:r>
              <a:rPr lang="en-US" sz="36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</a:rPr>
              <a:t>Key performance indicators (KPIs)</a:t>
            </a:r>
            <a:endParaRPr lang="en-GB" sz="36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55B2-D605-A180-950F-E24E1A5F4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61407"/>
            <a:ext cx="9905998" cy="4980214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Average sleep duration</a:t>
            </a:r>
          </a:p>
          <a:p>
            <a:pPr marL="0" indent="0">
              <a:buNone/>
            </a:pP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Objective: </a:t>
            </a:r>
            <a:r>
              <a:rPr lang="en-US" sz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 asses the overall sleep adequacy against recommended ranges.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Average stress level</a:t>
            </a:r>
          </a:p>
          <a:p>
            <a:pPr marL="0" indent="0">
              <a:buNone/>
            </a:pP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Objective: </a:t>
            </a:r>
            <a:r>
              <a:rPr lang="en-US" sz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Assess the average stress burden within the population.</a:t>
            </a: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Average blood pressure</a:t>
            </a:r>
          </a:p>
          <a:p>
            <a:pPr marL="0" indent="0">
              <a:buNone/>
            </a:pP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Objective: </a:t>
            </a:r>
            <a:r>
              <a:rPr lang="en-US" sz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 indicate the overall cardiovascular risk level of the population.</a:t>
            </a: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High </a:t>
            </a:r>
            <a:r>
              <a:rPr lang="en-US" sz="2400" cap="all" dirty="0" err="1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bmi</a:t>
            </a:r>
            <a:r>
              <a:rPr lang="en-US" sz="2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 prevalence</a:t>
            </a:r>
          </a:p>
          <a:p>
            <a:pPr marL="0" indent="0">
              <a:buNone/>
            </a:pP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Objective: </a:t>
            </a:r>
            <a:r>
              <a:rPr lang="en-US" sz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 investigate the percentage of people classified as obese or overweight based on </a:t>
            </a:r>
            <a:r>
              <a:rPr lang="en-US" sz="1200" cap="all" dirty="0" err="1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bmi</a:t>
            </a:r>
            <a:r>
              <a:rPr lang="en-US" sz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category.</a:t>
            </a:r>
            <a:endParaRPr lang="en-US" sz="1400" cap="all" dirty="0">
              <a:ln w="3175" cmpd="sng">
                <a:noFill/>
              </a:ln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Sleep disorder prevalence</a:t>
            </a:r>
          </a:p>
          <a:p>
            <a:pPr marL="0" indent="0">
              <a:buNone/>
            </a:pPr>
            <a:r>
              <a:rPr lang="en-US" sz="14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Objective: </a:t>
            </a:r>
            <a:r>
              <a:rPr lang="en-US" sz="120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 evaluate the percentage of people in the population diagnosed with sleep disorder(insomnia AND APNEA).</a:t>
            </a:r>
            <a:endParaRPr lang="en-GB" sz="1200" cap="all" dirty="0">
              <a:ln w="3175" cmpd="sng">
                <a:noFill/>
              </a:ln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6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14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C095-45F4-7BC7-28C5-C03EB6AC4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099" y="0"/>
            <a:ext cx="9905998" cy="941614"/>
          </a:xfrm>
        </p:spPr>
        <p:txBody>
          <a:bodyPr/>
          <a:lstStyle/>
          <a:p>
            <a:r>
              <a:rPr lang="en-US" sz="36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</a:rPr>
              <a:t>Charts and visuals</a:t>
            </a:r>
            <a:endParaRPr lang="en-GB" sz="3600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91E7C-ABB7-5A31-5833-62F17BD2B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099" y="1189264"/>
            <a:ext cx="9905998" cy="3124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Average sleep quality vs occupation(Bar Graph)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Objective:</a:t>
            </a:r>
            <a:r>
              <a:rPr lang="en-US" dirty="0"/>
              <a:t> To investigate the occupations with lowest sleep quality.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Physical Activity Level vs Occupation (Bar Graph).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Stress level vs Occupation (Bar Graph).</a:t>
            </a:r>
          </a:p>
        </p:txBody>
      </p:sp>
    </p:spTree>
    <p:extLst>
      <p:ext uri="{BB962C8B-B14F-4D97-AF65-F5344CB8AC3E}">
        <p14:creationId xmlns:p14="http://schemas.microsoft.com/office/powerpoint/2010/main" val="3761128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B1C7-7CA6-6471-49E3-FF8D3B36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FBF36-5B45-FB01-96F9-B7416939C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BMI Category vs Occupation (Stacked Bar Graph)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Average Age vs average Sleep Quality (Box Plot)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Average Age vs BMI Category </a:t>
            </a:r>
            <a:r>
              <a:rPr lang="en-GB" dirty="0"/>
              <a:t>(Stacked Bar Chart)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731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8AE3-EB7B-5BCA-C7A2-F72BE539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6161-B9F9-D6D4-2313-594E67E2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Average daily steps vs BMI Category (Bar Chart)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BMI vs Sleep Disorder (Heat Map)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Heart Rate vs BMI Category (Box Plot)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Heart Rate vs Sleep Disorder (Box Plot)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9252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Override1.xml><?xml version="1.0" encoding="utf-8"?>
<a:themeOverride xmlns:a="http://schemas.openxmlformats.org/drawingml/2006/main">
  <a:clrScheme name="Mesh">
    <a:dk1>
      <a:sysClr val="windowText" lastClr="000000"/>
    </a:dk1>
    <a:lt1>
      <a:sysClr val="window" lastClr="FFFFFF"/>
    </a:lt1>
    <a:dk2>
      <a:srgbClr val="363D46"/>
    </a:dk2>
    <a:lt2>
      <a:srgbClr val="EBEBEB"/>
    </a:lt2>
    <a:accent1>
      <a:srgbClr val="6F6F6F"/>
    </a:accent1>
    <a:accent2>
      <a:srgbClr val="BFBFA5"/>
    </a:accent2>
    <a:accent3>
      <a:srgbClr val="DCD084"/>
    </a:accent3>
    <a:accent4>
      <a:srgbClr val="E7BF5F"/>
    </a:accent4>
    <a:accent5>
      <a:srgbClr val="E9A039"/>
    </a:accent5>
    <a:accent6>
      <a:srgbClr val="CF7133"/>
    </a:accent6>
    <a:hlink>
      <a:srgbClr val="F28943"/>
    </a:hlink>
    <a:folHlink>
      <a:srgbClr val="F1B76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11534</TotalTime>
  <Words>284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Century Gothic</vt:lpstr>
      <vt:lpstr>Courier New</vt:lpstr>
      <vt:lpstr>Wingdings</vt:lpstr>
      <vt:lpstr>Mesh</vt:lpstr>
      <vt:lpstr>Sleep, Health, &amp; Lifestyle  Power BI Visualization </vt:lpstr>
      <vt:lpstr>Project objective</vt:lpstr>
      <vt:lpstr>Key performance indicators (KPIs)</vt:lpstr>
      <vt:lpstr>Charts and visuals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MUKUSH</dc:creator>
  <cp:lastModifiedBy>JAMES MUKUSH</cp:lastModifiedBy>
  <cp:revision>6</cp:revision>
  <dcterms:created xsi:type="dcterms:W3CDTF">2026-01-26T22:15:17Z</dcterms:created>
  <dcterms:modified xsi:type="dcterms:W3CDTF">2026-02-16T21:57:08Z</dcterms:modified>
</cp:coreProperties>
</file>